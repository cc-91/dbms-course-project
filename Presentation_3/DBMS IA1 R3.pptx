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x="18288000" cy="10287000"/>
  <p:notesSz cx="6858000" cy="9144000"/>
  <p:embeddedFontLst>
    <p:embeddedFont>
      <p:font typeface="Sego" charset="1" panose="00000000000000000000"/>
      <p:regular r:id="rId13"/>
    </p:embeddedFont>
    <p:embeddedFont>
      <p:font typeface="Nyutro Sans" charset="1" panose="00000000000000000000"/>
      <p:regular r:id="rId1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fonts/font13.fntdata" Type="http://schemas.openxmlformats.org/officeDocument/2006/relationships/font"/><Relationship Id="rId14" Target="fonts/font14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4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5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6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7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8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6250" t="0" r="-625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true" rot="0">
            <a:off x="-328064" y="5377270"/>
            <a:ext cx="4262923" cy="5120628"/>
          </a:xfrm>
          <a:custGeom>
            <a:avLst/>
            <a:gdLst/>
            <a:ahLst/>
            <a:cxnLst/>
            <a:rect r="r" b="b" t="t" l="l"/>
            <a:pathLst>
              <a:path h="5120628" w="4262923">
                <a:moveTo>
                  <a:pt x="0" y="5120628"/>
                </a:moveTo>
                <a:lnTo>
                  <a:pt x="4262923" y="5120628"/>
                </a:lnTo>
                <a:lnTo>
                  <a:pt x="4262923" y="0"/>
                </a:lnTo>
                <a:lnTo>
                  <a:pt x="0" y="0"/>
                </a:lnTo>
                <a:lnTo>
                  <a:pt x="0" y="5120628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908719" y="7786423"/>
            <a:ext cx="16230600" cy="4037362"/>
          </a:xfrm>
          <a:custGeom>
            <a:avLst/>
            <a:gdLst/>
            <a:ahLst/>
            <a:cxnLst/>
            <a:rect r="r" b="b" t="t" l="l"/>
            <a:pathLst>
              <a:path h="4037362" w="16230600">
                <a:moveTo>
                  <a:pt x="0" y="0"/>
                </a:moveTo>
                <a:lnTo>
                  <a:pt x="16230600" y="0"/>
                </a:lnTo>
                <a:lnTo>
                  <a:pt x="16230600" y="4037362"/>
                </a:lnTo>
                <a:lnTo>
                  <a:pt x="0" y="403736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false" rot="0">
            <a:off x="14269592" y="-227049"/>
            <a:ext cx="4262923" cy="5120628"/>
          </a:xfrm>
          <a:custGeom>
            <a:avLst/>
            <a:gdLst/>
            <a:ahLst/>
            <a:cxnLst/>
            <a:rect r="r" b="b" t="t" l="l"/>
            <a:pathLst>
              <a:path h="5120628" w="4262923">
                <a:moveTo>
                  <a:pt x="4262922" y="0"/>
                </a:moveTo>
                <a:lnTo>
                  <a:pt x="0" y="0"/>
                </a:lnTo>
                <a:lnTo>
                  <a:pt x="0" y="5120628"/>
                </a:lnTo>
                <a:lnTo>
                  <a:pt x="4262922" y="5120628"/>
                </a:lnTo>
                <a:lnTo>
                  <a:pt x="4262922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028700" y="2871216"/>
            <a:ext cx="16230600" cy="22722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006"/>
              </a:lnSpc>
            </a:pPr>
            <a:r>
              <a:rPr lang="en-US" sz="4290">
                <a:solidFill>
                  <a:srgbClr val="161B1C"/>
                </a:solidFill>
                <a:latin typeface="Sego"/>
                <a:ea typeface="Sego"/>
                <a:cs typeface="Sego"/>
                <a:sym typeface="Sego"/>
              </a:rPr>
              <a:t>Design and Implementation of a database management system for Research Project, Publication and Grant Management System</a:t>
            </a:r>
          </a:p>
          <a:p>
            <a:pPr algn="ctr">
              <a:lnSpc>
                <a:spcPts val="6006"/>
              </a:lnSpc>
            </a:pPr>
          </a:p>
        </p:txBody>
      </p:sp>
      <p:sp>
        <p:nvSpPr>
          <p:cNvPr name="TextBox 7" id="7"/>
          <p:cNvSpPr txBox="true"/>
          <p:nvPr/>
        </p:nvSpPr>
        <p:spPr>
          <a:xfrm rot="0">
            <a:off x="6755439" y="1869715"/>
            <a:ext cx="4777121" cy="765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99"/>
              </a:lnSpc>
            </a:pPr>
            <a:r>
              <a:rPr lang="en-US" sz="3999">
                <a:solidFill>
                  <a:srgbClr val="161B1C"/>
                </a:solidFill>
                <a:latin typeface="Nyutro Sans"/>
                <a:ea typeface="Nyutro Sans"/>
                <a:cs typeface="Nyutro Sans"/>
                <a:sym typeface="Nyutro Sans"/>
              </a:rPr>
              <a:t>DBMS Assignment 1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5041192" y="9681279"/>
            <a:ext cx="3246808" cy="581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sz="3000">
                <a:solidFill>
                  <a:srgbClr val="161B1C"/>
                </a:solidFill>
                <a:latin typeface="Nyutro Sans"/>
                <a:ea typeface="Nyutro Sans"/>
                <a:cs typeface="Nyutro Sans"/>
                <a:sym typeface="Nyutro Sans"/>
              </a:rPr>
              <a:t>Presentation 3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6250" t="0" r="-625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331063" y="-133350"/>
            <a:ext cx="12720104" cy="1193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799"/>
              </a:lnSpc>
            </a:pPr>
            <a:r>
              <a:rPr lang="en-US" sz="6999">
                <a:solidFill>
                  <a:srgbClr val="161B1C"/>
                </a:solidFill>
                <a:latin typeface="Sego"/>
                <a:ea typeface="Sego"/>
                <a:cs typeface="Sego"/>
                <a:sym typeface="Sego"/>
              </a:rPr>
              <a:t>Conceptual ER Diagram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2200275" y="1028700"/>
            <a:ext cx="13887450" cy="9258300"/>
          </a:xfrm>
          <a:custGeom>
            <a:avLst/>
            <a:gdLst/>
            <a:ahLst/>
            <a:cxnLst/>
            <a:rect r="r" b="b" t="t" l="l"/>
            <a:pathLst>
              <a:path h="9258300" w="13887450">
                <a:moveTo>
                  <a:pt x="0" y="0"/>
                </a:moveTo>
                <a:lnTo>
                  <a:pt x="13887450" y="0"/>
                </a:lnTo>
                <a:lnTo>
                  <a:pt x="13887450" y="9258300"/>
                </a:lnTo>
                <a:lnTo>
                  <a:pt x="0" y="92583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6250" t="0" r="-625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641867" y="1114797"/>
            <a:ext cx="17004266" cy="8057406"/>
          </a:xfrm>
          <a:custGeom>
            <a:avLst/>
            <a:gdLst/>
            <a:ahLst/>
            <a:cxnLst/>
            <a:rect r="r" b="b" t="t" l="l"/>
            <a:pathLst>
              <a:path h="8057406" w="17004266">
                <a:moveTo>
                  <a:pt x="0" y="0"/>
                </a:moveTo>
                <a:lnTo>
                  <a:pt x="17004266" y="0"/>
                </a:lnTo>
                <a:lnTo>
                  <a:pt x="17004266" y="8057406"/>
                </a:lnTo>
                <a:lnTo>
                  <a:pt x="0" y="805740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0" y="-15503"/>
            <a:ext cx="5925706" cy="1130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100"/>
              </a:lnSpc>
            </a:pPr>
            <a:r>
              <a:rPr lang="en-US" sz="6500">
                <a:solidFill>
                  <a:srgbClr val="161B1C"/>
                </a:solidFill>
                <a:latin typeface="Sego"/>
                <a:ea typeface="Sego"/>
                <a:cs typeface="Sego"/>
                <a:sym typeface="Sego"/>
              </a:rPr>
              <a:t>UI Dashboard 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6250" t="0" r="-625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844465" y="1375870"/>
            <a:ext cx="16599070" cy="7882430"/>
          </a:xfrm>
          <a:custGeom>
            <a:avLst/>
            <a:gdLst/>
            <a:ahLst/>
            <a:cxnLst/>
            <a:rect r="r" b="b" t="t" l="l"/>
            <a:pathLst>
              <a:path h="7882430" w="16599070">
                <a:moveTo>
                  <a:pt x="0" y="0"/>
                </a:moveTo>
                <a:lnTo>
                  <a:pt x="16599070" y="0"/>
                </a:lnTo>
                <a:lnTo>
                  <a:pt x="16599070" y="7882430"/>
                </a:lnTo>
                <a:lnTo>
                  <a:pt x="0" y="788243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0" y="-15503"/>
            <a:ext cx="11117099" cy="1130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100"/>
              </a:lnSpc>
            </a:pPr>
            <a:r>
              <a:rPr lang="en-US" sz="6500">
                <a:solidFill>
                  <a:srgbClr val="161B1C"/>
                </a:solidFill>
                <a:latin typeface="Sego"/>
                <a:ea typeface="Sego"/>
                <a:cs typeface="Sego"/>
                <a:sym typeface="Sego"/>
              </a:rPr>
              <a:t>Screenshot of Researchers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6250" t="0" r="-625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866094" y="1114797"/>
            <a:ext cx="16743392" cy="7968137"/>
          </a:xfrm>
          <a:custGeom>
            <a:avLst/>
            <a:gdLst/>
            <a:ahLst/>
            <a:cxnLst/>
            <a:rect r="r" b="b" t="t" l="l"/>
            <a:pathLst>
              <a:path h="7968137" w="16743392">
                <a:moveTo>
                  <a:pt x="0" y="0"/>
                </a:moveTo>
                <a:lnTo>
                  <a:pt x="16743392" y="0"/>
                </a:lnTo>
                <a:lnTo>
                  <a:pt x="16743392" y="7968137"/>
                </a:lnTo>
                <a:lnTo>
                  <a:pt x="0" y="796813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0" y="-15503"/>
            <a:ext cx="8724752" cy="1130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100"/>
              </a:lnSpc>
            </a:pPr>
            <a:r>
              <a:rPr lang="en-US" sz="6500">
                <a:solidFill>
                  <a:srgbClr val="161B1C"/>
                </a:solidFill>
                <a:latin typeface="Sego"/>
                <a:ea typeface="Sego"/>
                <a:cs typeface="Sego"/>
                <a:sym typeface="Sego"/>
              </a:rPr>
              <a:t>Screenshot of Patents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6250" t="0" r="-625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835283" y="1249055"/>
            <a:ext cx="16617433" cy="7788889"/>
          </a:xfrm>
          <a:custGeom>
            <a:avLst/>
            <a:gdLst/>
            <a:ahLst/>
            <a:cxnLst/>
            <a:rect r="r" b="b" t="t" l="l"/>
            <a:pathLst>
              <a:path h="7788889" w="16617433">
                <a:moveTo>
                  <a:pt x="0" y="0"/>
                </a:moveTo>
                <a:lnTo>
                  <a:pt x="16617434" y="0"/>
                </a:lnTo>
                <a:lnTo>
                  <a:pt x="16617434" y="7788890"/>
                </a:lnTo>
                <a:lnTo>
                  <a:pt x="0" y="778889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0" y="-15503"/>
            <a:ext cx="9144000" cy="1130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100"/>
              </a:lnSpc>
            </a:pPr>
            <a:r>
              <a:rPr lang="en-US" sz="6500">
                <a:solidFill>
                  <a:srgbClr val="161B1C"/>
                </a:solidFill>
                <a:latin typeface="Sego"/>
                <a:ea typeface="Sego"/>
                <a:cs typeface="Sego"/>
                <a:sym typeface="Sego"/>
              </a:rPr>
              <a:t>Screenshot of Projects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6250" t="0" r="-625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true" rot="0">
            <a:off x="-328064" y="5377270"/>
            <a:ext cx="4262923" cy="5120628"/>
          </a:xfrm>
          <a:custGeom>
            <a:avLst/>
            <a:gdLst/>
            <a:ahLst/>
            <a:cxnLst/>
            <a:rect r="r" b="b" t="t" l="l"/>
            <a:pathLst>
              <a:path h="5120628" w="4262923">
                <a:moveTo>
                  <a:pt x="0" y="5120628"/>
                </a:moveTo>
                <a:lnTo>
                  <a:pt x="4262923" y="5120628"/>
                </a:lnTo>
                <a:lnTo>
                  <a:pt x="4262923" y="0"/>
                </a:lnTo>
                <a:lnTo>
                  <a:pt x="0" y="0"/>
                </a:lnTo>
                <a:lnTo>
                  <a:pt x="0" y="5120628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908719" y="7786423"/>
            <a:ext cx="16230600" cy="4037362"/>
          </a:xfrm>
          <a:custGeom>
            <a:avLst/>
            <a:gdLst/>
            <a:ahLst/>
            <a:cxnLst/>
            <a:rect r="r" b="b" t="t" l="l"/>
            <a:pathLst>
              <a:path h="4037362" w="16230600">
                <a:moveTo>
                  <a:pt x="0" y="0"/>
                </a:moveTo>
                <a:lnTo>
                  <a:pt x="16230600" y="0"/>
                </a:lnTo>
                <a:lnTo>
                  <a:pt x="16230600" y="4037362"/>
                </a:lnTo>
                <a:lnTo>
                  <a:pt x="0" y="403736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-10800000">
            <a:off x="2905706" y="-1561569"/>
            <a:ext cx="16230600" cy="4037362"/>
          </a:xfrm>
          <a:custGeom>
            <a:avLst/>
            <a:gdLst/>
            <a:ahLst/>
            <a:cxnLst/>
            <a:rect r="r" b="b" t="t" l="l"/>
            <a:pathLst>
              <a:path h="4037362" w="16230600">
                <a:moveTo>
                  <a:pt x="0" y="0"/>
                </a:moveTo>
                <a:lnTo>
                  <a:pt x="16230600" y="0"/>
                </a:lnTo>
                <a:lnTo>
                  <a:pt x="16230600" y="4037361"/>
                </a:lnTo>
                <a:lnTo>
                  <a:pt x="0" y="403736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true" flipV="false" rot="0">
            <a:off x="14260813" y="-84522"/>
            <a:ext cx="4262923" cy="5120628"/>
          </a:xfrm>
          <a:custGeom>
            <a:avLst/>
            <a:gdLst/>
            <a:ahLst/>
            <a:cxnLst/>
            <a:rect r="r" b="b" t="t" l="l"/>
            <a:pathLst>
              <a:path h="5120628" w="4262923">
                <a:moveTo>
                  <a:pt x="4262923" y="0"/>
                </a:moveTo>
                <a:lnTo>
                  <a:pt x="0" y="0"/>
                </a:lnTo>
                <a:lnTo>
                  <a:pt x="0" y="5120628"/>
                </a:lnTo>
                <a:lnTo>
                  <a:pt x="4262923" y="5120628"/>
                </a:lnTo>
                <a:lnTo>
                  <a:pt x="4262923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2069346" y="3453911"/>
            <a:ext cx="14149309" cy="30362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796"/>
              </a:lnSpc>
            </a:pPr>
            <a:r>
              <a:rPr lang="en-US" sz="17711">
                <a:solidFill>
                  <a:srgbClr val="161B1C"/>
                </a:solidFill>
                <a:latin typeface="Sego"/>
                <a:ea typeface="Sego"/>
                <a:cs typeface="Sego"/>
                <a:sym typeface="Sego"/>
              </a:rPr>
              <a:t>Thank You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4848072" y="9890125"/>
            <a:ext cx="4288234" cy="396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</a:pPr>
            <a:r>
              <a:rPr lang="en-US" sz="2000">
                <a:solidFill>
                  <a:srgbClr val="161B1C"/>
                </a:solidFill>
                <a:latin typeface="Nyutro Sans"/>
                <a:ea typeface="Nyutro Sans"/>
                <a:cs typeface="Nyutro Sans"/>
                <a:sym typeface="Nyutro Sans"/>
              </a:rPr>
              <a:t>(review 3)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DAHXOBgZFUI</dc:identifier>
  <dcterms:modified xsi:type="dcterms:W3CDTF">2011-08-01T06:04:30Z</dcterms:modified>
  <cp:revision>1</cp:revision>
  <dc:title>DBMS IA1 R3</dc:title>
</cp:coreProperties>
</file>