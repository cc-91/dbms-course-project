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Sego" charset="1" panose="00000000000000000000"/>
      <p:regular r:id="rId11"/>
    </p:embeddedFont>
    <p:embeddedFont>
      <p:font typeface="Nyutro Sans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269592" y="-227049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2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2" y="5120628"/>
                </a:lnTo>
                <a:lnTo>
                  <a:pt x="426292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871216"/>
            <a:ext cx="16230600" cy="227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6"/>
              </a:lnSpc>
            </a:pPr>
            <a:r>
              <a:rPr lang="en-US" sz="429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Design and Implementation of a database management system for Research Project, Publication and Grant Management System</a:t>
            </a:r>
          </a:p>
          <a:p>
            <a:pPr algn="ctr">
              <a:lnSpc>
                <a:spcPts val="600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755439" y="1869715"/>
            <a:ext cx="4777121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DBMS Assignment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41192" y="9588500"/>
            <a:ext cx="324680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Presentation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063" y="-133350"/>
            <a:ext cx="1272010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Conceptual ER 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00275" y="1028700"/>
            <a:ext cx="13887450" cy="9258300"/>
          </a:xfrm>
          <a:custGeom>
            <a:avLst/>
            <a:gdLst/>
            <a:ahLst/>
            <a:cxnLst/>
            <a:rect r="r" b="b" t="t" l="l"/>
            <a:pathLst>
              <a:path h="9258300" w="13887450">
                <a:moveTo>
                  <a:pt x="0" y="0"/>
                </a:moveTo>
                <a:lnTo>
                  <a:pt x="13887450" y="0"/>
                </a:lnTo>
                <a:lnTo>
                  <a:pt x="138874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58177" y="614789"/>
            <a:ext cx="1157164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Relational Schema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672300"/>
            <a:ext cx="16230600" cy="4942401"/>
          </a:xfrm>
          <a:custGeom>
            <a:avLst/>
            <a:gdLst/>
            <a:ahLst/>
            <a:cxnLst/>
            <a:rect r="r" b="b" t="t" l="l"/>
            <a:pathLst>
              <a:path h="4942401" w="16230600">
                <a:moveTo>
                  <a:pt x="0" y="0"/>
                </a:moveTo>
                <a:lnTo>
                  <a:pt x="16230600" y="0"/>
                </a:lnTo>
                <a:lnTo>
                  <a:pt x="16230600" y="4942400"/>
                </a:lnTo>
                <a:lnTo>
                  <a:pt x="0" y="4942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39196" y="583031"/>
            <a:ext cx="9209608" cy="138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Main Entities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575096" y="2420687"/>
            <a:ext cx="11137808" cy="6329492"/>
          </a:xfrm>
          <a:custGeom>
            <a:avLst/>
            <a:gdLst/>
            <a:ahLst/>
            <a:cxnLst/>
            <a:rect r="r" b="b" t="t" l="l"/>
            <a:pathLst>
              <a:path h="6329492" w="11137808">
                <a:moveTo>
                  <a:pt x="0" y="0"/>
                </a:moveTo>
                <a:lnTo>
                  <a:pt x="11137808" y="0"/>
                </a:lnTo>
                <a:lnTo>
                  <a:pt x="11137808" y="6329492"/>
                </a:lnTo>
                <a:lnTo>
                  <a:pt x="0" y="6329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9346" y="3453911"/>
            <a:ext cx="14149309" cy="30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48072" y="9890125"/>
            <a:ext cx="4288234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(review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DAHXOBgZFUI</dc:identifier>
  <dcterms:modified xsi:type="dcterms:W3CDTF">2011-08-01T06:04:30Z</dcterms:modified>
  <cp:revision>1</cp:revision>
  <dc:title>DBMS IA1 R2</dc:title>
</cp:coreProperties>
</file>